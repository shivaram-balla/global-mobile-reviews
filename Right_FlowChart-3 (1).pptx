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Methodology — Six-Stage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10312" y="77724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592" y="1344168"/>
            <a:ext cx="2743200" cy="173736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344168"/>
            <a:ext cx="27432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Quality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7830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loaded from Kaggle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duplicate &amp; outlier 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validation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80944" y="1024128"/>
            <a:ext cx="10972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544" y="777240"/>
            <a:ext cx="502920" cy="502920"/>
          </a:xfrm>
          <a:prstGeom prst="ellipse">
            <a:avLst/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63824" y="1344168"/>
            <a:ext cx="2743200" cy="1737360"/>
          </a:xfrm>
          <a:prstGeom prst="rect">
            <a:avLst/>
          </a:prstGeom>
          <a:solidFill>
            <a:srgbClr val="D0F0F4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3824" y="1344168"/>
            <a:ext cx="2743200" cy="384048"/>
          </a:xfrm>
          <a:prstGeom prst="rect">
            <a:avLst/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55264" y="17830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&amp; punct. removal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stopword filtering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lemmatization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1024128"/>
            <a:ext cx="10972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77724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3056" y="1344168"/>
            <a:ext cx="2743200" cy="173736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344168"/>
            <a:ext cx="2743200" cy="38404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7830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(up to 50k features)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WordPiece tokenizer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sequence length: 128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" y="2788920"/>
            <a:ext cx="502920" cy="502920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4592" y="3355848"/>
            <a:ext cx="2743200" cy="173736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3355848"/>
            <a:ext cx="2743200" cy="38404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" y="3355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Feature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3794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normalisation (numeric)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(categorical)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with text features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80944" y="3035808"/>
            <a:ext cx="10972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9544" y="2788920"/>
            <a:ext cx="502920" cy="50292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9544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63824" y="3355848"/>
            <a:ext cx="2743200" cy="1737360"/>
          </a:xfrm>
          <a:prstGeom prst="rect">
            <a:avLst/>
          </a:prstGeom>
          <a:solidFill>
            <a:srgbClr val="E6D5F5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63824" y="3355848"/>
            <a:ext cx="2743200" cy="38404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3355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55264" y="3794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+ GridSearch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AdamW, 3 epochs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functions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80176" y="3035808"/>
            <a:ext cx="10972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8776" y="2788920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3056" y="3355848"/>
            <a:ext cx="2743200" cy="1737360"/>
          </a:xfrm>
          <a:prstGeom prst="rect">
            <a:avLst/>
          </a:prstGeom>
          <a:solidFill>
            <a:srgbClr val="FFCC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63056" y="3355848"/>
            <a:ext cx="274320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355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Interpretability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7947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Precision, Recall, AUC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 set (20%)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2468880"/>
            <a:ext cx="0" cy="256032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2542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64592" y="4617720"/>
            <a:ext cx="8814816" cy="347472"/>
          </a:xfrm>
          <a:prstGeom prst="rect">
            <a:avLst/>
          </a:prstGeom>
          <a:solidFill>
            <a:srgbClr val="C6EFCE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617720"/>
            <a:ext cx="8814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Accuracy 91.4% (BERT) | Macro F1: 0.903 | SHAP: Battery &amp; Camera are dominant sentiment predictors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82880" y="5029200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 Six-stage methodology pipeline for five-class sentiment classification of mobile device reviews using the Mobile Reviews Dataset (2025 Edition) [14].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 Workflow</dc:title>
  <dc:subject>PptxGenJS Presentation</dc:subject>
  <dc:creator>PptxGenJS</dc:creator>
  <cp:lastModifiedBy>PptxGenJS</cp:lastModifiedBy>
  <cp:revision>1</cp:revision>
  <dcterms:created xsi:type="dcterms:W3CDTF">2026-05-24T20:25:46Z</dcterms:created>
  <dcterms:modified xsi:type="dcterms:W3CDTF">2026-05-24T20:25:46Z</dcterms:modified>
</cp:coreProperties>
</file>